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60" r:id="rId5"/>
    <p:sldId id="261" r:id="rId6"/>
    <p:sldId id="271" r:id="rId7"/>
    <p:sldId id="262" r:id="rId8"/>
    <p:sldId id="263" r:id="rId9"/>
    <p:sldId id="264" r:id="rId10"/>
    <p:sldId id="265" r:id="rId11"/>
    <p:sldId id="270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0A744-3AD3-4840-BBEB-1890C50D42D2}" v="360" dt="2026-03-17T18:51:13.838"/>
    <p1510:client id="{8C6B3736-F922-4FF0-AAAD-87990B7DB783}" v="26" dt="2026-03-18T06:32:07.461"/>
    <p1510:client id="{C98194A7-51B4-9A5C-31DD-80C60A3AC900}" v="2" dt="2026-03-17T18:15:08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C98194A7-51B4-9A5C-31DD-80C60A3AC900}"/>
    <pc:docChg chg="modSld">
      <pc:chgData name="Guest User" userId="" providerId="Windows Live" clId="Web-{C98194A7-51B4-9A5C-31DD-80C60A3AC900}" dt="2026-03-17T18:15:08.214" v="1" actId="1076"/>
      <pc:docMkLst>
        <pc:docMk/>
      </pc:docMkLst>
      <pc:sldChg chg="modSp">
        <pc:chgData name="Guest User" userId="" providerId="Windows Live" clId="Web-{C98194A7-51B4-9A5C-31DD-80C60A3AC900}" dt="2026-03-17T18:15:08.214" v="1" actId="1076"/>
        <pc:sldMkLst>
          <pc:docMk/>
          <pc:sldMk cId="1369537321" sldId="265"/>
        </pc:sldMkLst>
        <pc:picChg chg="mod">
          <ac:chgData name="Guest User" userId="" providerId="Windows Live" clId="Web-{C98194A7-51B4-9A5C-31DD-80C60A3AC900}" dt="2026-03-17T18:15:08.214" v="1" actId="1076"/>
          <ac:picMkLst>
            <pc:docMk/>
            <pc:sldMk cId="1369537321" sldId="265"/>
            <ac:picMk id="5" creationId="{17B4F630-8512-C143-25CD-6540895722AE}"/>
          </ac:picMkLst>
        </pc:picChg>
        <pc:picChg chg="mod">
          <ac:chgData name="Guest User" userId="" providerId="Windows Live" clId="Web-{C98194A7-51B4-9A5C-31DD-80C60A3AC900}" dt="2026-03-17T18:15:02.650" v="0" actId="1076"/>
          <ac:picMkLst>
            <pc:docMk/>
            <pc:sldMk cId="1369537321" sldId="265"/>
            <ac:picMk id="7" creationId="{FACC0CC4-35FF-E06E-9A9D-714682B97EFE}"/>
          </ac:picMkLst>
        </pc:picChg>
      </pc:sldChg>
    </pc:docChg>
  </pc:docChgLst>
  <pc:docChgLst>
    <pc:chgData name="ANUSMITA RAY CHAUDHURI" userId="878d16b5db5ae11f" providerId="LiveId" clId="{82B7E43D-E496-44D8-8AAF-1B677DE2D5B2}"/>
    <pc:docChg chg="custSel modSld">
      <pc:chgData name="ANUSMITA RAY CHAUDHURI" userId="878d16b5db5ae11f" providerId="LiveId" clId="{82B7E43D-E496-44D8-8AAF-1B677DE2D5B2}" dt="2026-03-18T06:32:07.461" v="25" actId="20577"/>
      <pc:docMkLst>
        <pc:docMk/>
      </pc:docMkLst>
      <pc:sldChg chg="modSp mod">
        <pc:chgData name="ANUSMITA RAY CHAUDHURI" userId="878d16b5db5ae11f" providerId="LiveId" clId="{82B7E43D-E496-44D8-8AAF-1B677DE2D5B2}" dt="2026-03-18T06:31:45.301" v="10" actId="20577"/>
        <pc:sldMkLst>
          <pc:docMk/>
          <pc:sldMk cId="4272599075" sldId="264"/>
        </pc:sldMkLst>
        <pc:spChg chg="mod">
          <ac:chgData name="ANUSMITA RAY CHAUDHURI" userId="878d16b5db5ae11f" providerId="LiveId" clId="{82B7E43D-E496-44D8-8AAF-1B677DE2D5B2}" dt="2026-03-18T06:31:45.301" v="10" actId="20577"/>
          <ac:spMkLst>
            <pc:docMk/>
            <pc:sldMk cId="4272599075" sldId="264"/>
            <ac:spMk id="3" creationId="{C78D387F-2D85-F65B-32F7-ABF1D6F22FF3}"/>
          </ac:spMkLst>
        </pc:spChg>
      </pc:sldChg>
      <pc:sldChg chg="modSp mod">
        <pc:chgData name="ANUSMITA RAY CHAUDHURI" userId="878d16b5db5ae11f" providerId="LiveId" clId="{82B7E43D-E496-44D8-8AAF-1B677DE2D5B2}" dt="2026-03-18T06:31:58.978" v="18" actId="27636"/>
        <pc:sldMkLst>
          <pc:docMk/>
          <pc:sldMk cId="713981393" sldId="267"/>
        </pc:sldMkLst>
        <pc:spChg chg="mod">
          <ac:chgData name="ANUSMITA RAY CHAUDHURI" userId="878d16b5db5ae11f" providerId="LiveId" clId="{82B7E43D-E496-44D8-8AAF-1B677DE2D5B2}" dt="2026-03-18T06:31:58.978" v="18" actId="27636"/>
          <ac:spMkLst>
            <pc:docMk/>
            <pc:sldMk cId="713981393" sldId="267"/>
            <ac:spMk id="3" creationId="{5516162B-D1A8-1E85-52AC-EF48F3A97296}"/>
          </ac:spMkLst>
        </pc:spChg>
      </pc:sldChg>
      <pc:sldChg chg="modSp mod">
        <pc:chgData name="ANUSMITA RAY CHAUDHURI" userId="878d16b5db5ae11f" providerId="LiveId" clId="{82B7E43D-E496-44D8-8AAF-1B677DE2D5B2}" dt="2026-03-18T06:32:07.461" v="25" actId="20577"/>
        <pc:sldMkLst>
          <pc:docMk/>
          <pc:sldMk cId="2747850754" sldId="268"/>
        </pc:sldMkLst>
        <pc:spChg chg="mod">
          <ac:chgData name="ANUSMITA RAY CHAUDHURI" userId="878d16b5db5ae11f" providerId="LiveId" clId="{82B7E43D-E496-44D8-8AAF-1B677DE2D5B2}" dt="2026-03-18T06:32:07.461" v="25" actId="20577"/>
          <ac:spMkLst>
            <pc:docMk/>
            <pc:sldMk cId="2747850754" sldId="268"/>
            <ac:spMk id="3" creationId="{35347DEF-4B41-DABC-99DF-56B62038EBFC}"/>
          </ac:spMkLst>
        </pc:spChg>
      </pc:sldChg>
    </pc:docChg>
  </pc:docChgLst>
  <pc:docChgLst>
    <pc:chgData name="ANIRBAN RAY" userId="ccde8fe0d1775308" providerId="LiveId" clId="{0178332D-D2F9-4A2F-A88E-1048ACD709FE}"/>
    <pc:docChg chg="custSel addSld delSld modSld">
      <pc:chgData name="ANIRBAN RAY" userId="ccde8fe0d1775308" providerId="LiveId" clId="{0178332D-D2F9-4A2F-A88E-1048ACD709FE}" dt="2026-03-17T18:51:13.838" v="364" actId="1076"/>
      <pc:docMkLst>
        <pc:docMk/>
      </pc:docMkLst>
      <pc:sldChg chg="addSp delSp modSp mod">
        <pc:chgData name="ANIRBAN RAY" userId="ccde8fe0d1775308" providerId="LiveId" clId="{0178332D-D2F9-4A2F-A88E-1048ACD709FE}" dt="2026-03-17T18:51:13.838" v="364" actId="1076"/>
        <pc:sldMkLst>
          <pc:docMk/>
          <pc:sldMk cId="4005496163" sldId="256"/>
        </pc:sldMkLst>
        <pc:spChg chg="del mod">
          <ac:chgData name="ANIRBAN RAY" userId="ccde8fe0d1775308" providerId="LiveId" clId="{0178332D-D2F9-4A2F-A88E-1048ACD709FE}" dt="2026-03-17T18:44:44.818" v="224" actId="478"/>
          <ac:spMkLst>
            <pc:docMk/>
            <pc:sldMk cId="4005496163" sldId="256"/>
            <ac:spMk id="4" creationId="{165673B1-FA3E-6AC0-81C9-159D1A171CEF}"/>
          </ac:spMkLst>
        </pc:spChg>
        <pc:picChg chg="del">
          <ac:chgData name="ANIRBAN RAY" userId="ccde8fe0d1775308" providerId="LiveId" clId="{0178332D-D2F9-4A2F-A88E-1048ACD709FE}" dt="2026-03-17T18:44:42.438" v="222" actId="478"/>
          <ac:picMkLst>
            <pc:docMk/>
            <pc:sldMk cId="4005496163" sldId="256"/>
            <ac:picMk id="6" creationId="{ECB6B7CF-9BAD-13FE-69D1-92F1EEA1C478}"/>
          </ac:picMkLst>
        </pc:picChg>
        <pc:picChg chg="del">
          <ac:chgData name="ANIRBAN RAY" userId="ccde8fe0d1775308" providerId="LiveId" clId="{0178332D-D2F9-4A2F-A88E-1048ACD709FE}" dt="2026-03-17T18:44:42.438" v="222" actId="478"/>
          <ac:picMkLst>
            <pc:docMk/>
            <pc:sldMk cId="4005496163" sldId="256"/>
            <ac:picMk id="8" creationId="{8C7677A7-DE40-7D33-A085-B5CC310C2A84}"/>
          </ac:picMkLst>
        </pc:picChg>
        <pc:picChg chg="del">
          <ac:chgData name="ANIRBAN RAY" userId="ccde8fe0d1775308" providerId="LiveId" clId="{0178332D-D2F9-4A2F-A88E-1048ACD709FE}" dt="2026-03-17T18:44:42.438" v="222" actId="478"/>
          <ac:picMkLst>
            <pc:docMk/>
            <pc:sldMk cId="4005496163" sldId="256"/>
            <ac:picMk id="10" creationId="{DADE2C9E-5DF3-6C53-92F1-4C2ECF20E4E2}"/>
          </ac:picMkLst>
        </pc:picChg>
        <pc:picChg chg="add mod">
          <ac:chgData name="ANIRBAN RAY" userId="ccde8fe0d1775308" providerId="LiveId" clId="{0178332D-D2F9-4A2F-A88E-1048ACD709FE}" dt="2026-03-17T18:51:13.838" v="364" actId="1076"/>
          <ac:picMkLst>
            <pc:docMk/>
            <pc:sldMk cId="4005496163" sldId="256"/>
            <ac:picMk id="12" creationId="{20E5B758-D6C7-A6B9-9040-E3C5F904425E}"/>
          </ac:picMkLst>
        </pc:picChg>
        <pc:picChg chg="add mod">
          <ac:chgData name="ANIRBAN RAY" userId="ccde8fe0d1775308" providerId="LiveId" clId="{0178332D-D2F9-4A2F-A88E-1048ACD709FE}" dt="2026-03-17T18:51:11.016" v="363" actId="1076"/>
          <ac:picMkLst>
            <pc:docMk/>
            <pc:sldMk cId="4005496163" sldId="256"/>
            <ac:picMk id="14" creationId="{0E3E8A85-BF55-4E12-AD32-44315C5AC685}"/>
          </ac:picMkLst>
        </pc:picChg>
        <pc:picChg chg="del">
          <ac:chgData name="ANIRBAN RAY" userId="ccde8fe0d1775308" providerId="LiveId" clId="{0178332D-D2F9-4A2F-A88E-1048ACD709FE}" dt="2026-03-17T18:44:42.438" v="222" actId="478"/>
          <ac:picMkLst>
            <pc:docMk/>
            <pc:sldMk cId="4005496163" sldId="256"/>
            <ac:picMk id="1026" creationId="{B065EBF0-3563-28AC-6DCE-E4CEBA9720F6}"/>
          </ac:picMkLst>
        </pc:picChg>
      </pc:sldChg>
      <pc:sldChg chg="del">
        <pc:chgData name="ANIRBAN RAY" userId="ccde8fe0d1775308" providerId="LiveId" clId="{0178332D-D2F9-4A2F-A88E-1048ACD709FE}" dt="2026-03-17T18:44:18.127" v="221" actId="2696"/>
        <pc:sldMkLst>
          <pc:docMk/>
          <pc:sldMk cId="1225775537" sldId="258"/>
        </pc:sldMkLst>
      </pc:sldChg>
      <pc:sldChg chg="addSp delSp modSp mod">
        <pc:chgData name="ANIRBAN RAY" userId="ccde8fe0d1775308" providerId="LiveId" clId="{0178332D-D2F9-4A2F-A88E-1048ACD709FE}" dt="2026-03-17T18:43:52.949" v="220" actId="20577"/>
        <pc:sldMkLst>
          <pc:docMk/>
          <pc:sldMk cId="1306661094" sldId="261"/>
        </pc:sldMkLst>
        <pc:spChg chg="mod">
          <ac:chgData name="ANIRBAN RAY" userId="ccde8fe0d1775308" providerId="LiveId" clId="{0178332D-D2F9-4A2F-A88E-1048ACD709FE}" dt="2026-03-17T18:43:44.552" v="216" actId="1076"/>
          <ac:spMkLst>
            <pc:docMk/>
            <pc:sldMk cId="1306661094" sldId="261"/>
            <ac:spMk id="2" creationId="{04AF5D8E-D0B7-1638-7EAF-70342A869319}"/>
          </ac:spMkLst>
        </pc:spChg>
        <pc:spChg chg="del">
          <ac:chgData name="ANIRBAN RAY" userId="ccde8fe0d1775308" providerId="LiveId" clId="{0178332D-D2F9-4A2F-A88E-1048ACD709FE}" dt="2026-03-17T18:40:23.631" v="208"/>
          <ac:spMkLst>
            <pc:docMk/>
            <pc:sldMk cId="1306661094" sldId="261"/>
            <ac:spMk id="3" creationId="{FB353D0A-5B13-1977-BE1E-9F75FB316848}"/>
          </ac:spMkLst>
        </pc:spChg>
        <pc:spChg chg="add del mod">
          <ac:chgData name="ANIRBAN RAY" userId="ccde8fe0d1775308" providerId="LiveId" clId="{0178332D-D2F9-4A2F-A88E-1048ACD709FE}" dt="2026-03-17T18:42:32.900" v="213"/>
          <ac:spMkLst>
            <pc:docMk/>
            <pc:sldMk cId="1306661094" sldId="261"/>
            <ac:spMk id="5" creationId="{C731C55F-DFF6-2908-133E-14463EDE8965}"/>
          </ac:spMkLst>
        </pc:spChg>
        <pc:spChg chg="add mod">
          <ac:chgData name="ANIRBAN RAY" userId="ccde8fe0d1775308" providerId="LiveId" clId="{0178332D-D2F9-4A2F-A88E-1048ACD709FE}" dt="2026-03-17T18:43:52.949" v="220" actId="20577"/>
          <ac:spMkLst>
            <pc:docMk/>
            <pc:sldMk cId="1306661094" sldId="261"/>
            <ac:spMk id="11" creationId="{754A99A4-7A9C-1E63-E17D-427D24F849A5}"/>
          </ac:spMkLst>
        </pc:spChg>
        <pc:picChg chg="add del mod ord">
          <ac:chgData name="ANIRBAN RAY" userId="ccde8fe0d1775308" providerId="LiveId" clId="{0178332D-D2F9-4A2F-A88E-1048ACD709FE}" dt="2026-03-17T18:42:32.899" v="211" actId="478"/>
          <ac:picMkLst>
            <pc:docMk/>
            <pc:sldMk cId="1306661094" sldId="261"/>
            <ac:picMk id="7" creationId="{91F49AEA-844C-E920-1B88-76F8109011F8}"/>
          </ac:picMkLst>
        </pc:picChg>
        <pc:picChg chg="add mod">
          <ac:chgData name="ANIRBAN RAY" userId="ccde8fe0d1775308" providerId="LiveId" clId="{0178332D-D2F9-4A2F-A88E-1048ACD709FE}" dt="2026-03-17T18:42:40.992" v="215" actId="1076"/>
          <ac:picMkLst>
            <pc:docMk/>
            <pc:sldMk cId="1306661094" sldId="261"/>
            <ac:picMk id="9" creationId="{9BA8E9FF-2FB5-D3E5-F683-E693E5B4EA6B}"/>
          </ac:picMkLst>
        </pc:picChg>
      </pc:sldChg>
      <pc:sldChg chg="addSp delSp modSp mod">
        <pc:chgData name="ANIRBAN RAY" userId="ccde8fe0d1775308" providerId="LiveId" clId="{0178332D-D2F9-4A2F-A88E-1048ACD709FE}" dt="2026-03-17T18:37:30.677" v="204" actId="1076"/>
        <pc:sldMkLst>
          <pc:docMk/>
          <pc:sldMk cId="3938183369" sldId="262"/>
        </pc:sldMkLst>
        <pc:spChg chg="mod">
          <ac:chgData name="ANIRBAN RAY" userId="ccde8fe0d1775308" providerId="LiveId" clId="{0178332D-D2F9-4A2F-A88E-1048ACD709FE}" dt="2026-03-17T18:37:07.728" v="194" actId="1076"/>
          <ac:spMkLst>
            <pc:docMk/>
            <pc:sldMk cId="3938183369" sldId="262"/>
            <ac:spMk id="2" creationId="{D5BD42DC-F6C1-C25D-C653-A76F83567B35}"/>
          </ac:spMkLst>
        </pc:spChg>
        <pc:spChg chg="del">
          <ac:chgData name="ANIRBAN RAY" userId="ccde8fe0d1775308" providerId="LiveId" clId="{0178332D-D2F9-4A2F-A88E-1048ACD709FE}" dt="2026-03-17T18:34:57.967" v="182" actId="22"/>
          <ac:spMkLst>
            <pc:docMk/>
            <pc:sldMk cId="3938183369" sldId="262"/>
            <ac:spMk id="3" creationId="{73BCA552-AFA2-3187-1555-4756E2D8B138}"/>
          </ac:spMkLst>
        </pc:spChg>
        <pc:picChg chg="add mod">
          <ac:chgData name="ANIRBAN RAY" userId="ccde8fe0d1775308" providerId="LiveId" clId="{0178332D-D2F9-4A2F-A88E-1048ACD709FE}" dt="2026-03-17T18:37:24.413" v="201" actId="1076"/>
          <ac:picMkLst>
            <pc:docMk/>
            <pc:sldMk cId="3938183369" sldId="262"/>
            <ac:picMk id="5" creationId="{4ED2EC42-800B-01FC-9944-B701F5061AA7}"/>
          </ac:picMkLst>
        </pc:picChg>
        <pc:picChg chg="add mod ord">
          <ac:chgData name="ANIRBAN RAY" userId="ccde8fe0d1775308" providerId="LiveId" clId="{0178332D-D2F9-4A2F-A88E-1048ACD709FE}" dt="2026-03-17T18:37:30.677" v="204" actId="1076"/>
          <ac:picMkLst>
            <pc:docMk/>
            <pc:sldMk cId="3938183369" sldId="262"/>
            <ac:picMk id="7" creationId="{60466D4C-B505-CF63-EEFC-D6783BE74112}"/>
          </ac:picMkLst>
        </pc:picChg>
        <pc:picChg chg="add mod">
          <ac:chgData name="ANIRBAN RAY" userId="ccde8fe0d1775308" providerId="LiveId" clId="{0178332D-D2F9-4A2F-A88E-1048ACD709FE}" dt="2026-03-17T18:37:28.405" v="203" actId="1076"/>
          <ac:picMkLst>
            <pc:docMk/>
            <pc:sldMk cId="3938183369" sldId="262"/>
            <ac:picMk id="9" creationId="{8D858958-2573-08C3-3F20-7814AC6E0E2B}"/>
          </ac:picMkLst>
        </pc:picChg>
      </pc:sldChg>
      <pc:sldChg chg="addSp delSp modSp mod">
        <pc:chgData name="ANIRBAN RAY" userId="ccde8fe0d1775308" providerId="LiveId" clId="{0178332D-D2F9-4A2F-A88E-1048ACD709FE}" dt="2026-03-17T18:31:08.733" v="178" actId="1076"/>
        <pc:sldMkLst>
          <pc:docMk/>
          <pc:sldMk cId="1369537321" sldId="265"/>
        </pc:sldMkLst>
        <pc:spChg chg="mod">
          <ac:chgData name="ANIRBAN RAY" userId="ccde8fe0d1775308" providerId="LiveId" clId="{0178332D-D2F9-4A2F-A88E-1048ACD709FE}" dt="2026-03-17T18:30:28.881" v="169" actId="14100"/>
          <ac:spMkLst>
            <pc:docMk/>
            <pc:sldMk cId="1369537321" sldId="265"/>
            <ac:spMk id="2" creationId="{3F988C24-9644-EE05-8320-A9D25E6051DA}"/>
          </ac:spMkLst>
        </pc:spChg>
        <pc:spChg chg="del">
          <ac:chgData name="ANIRBAN RAY" userId="ccde8fe0d1775308" providerId="LiveId" clId="{0178332D-D2F9-4A2F-A88E-1048ACD709FE}" dt="2026-03-17T18:10:58.427" v="55"/>
          <ac:spMkLst>
            <pc:docMk/>
            <pc:sldMk cId="1369537321" sldId="265"/>
            <ac:spMk id="3" creationId="{C460ABC4-0B24-8CEA-841E-1BC29BEA8E45}"/>
          </ac:spMkLst>
        </pc:spChg>
        <pc:picChg chg="add mod ord">
          <ac:chgData name="ANIRBAN RAY" userId="ccde8fe0d1775308" providerId="LiveId" clId="{0178332D-D2F9-4A2F-A88E-1048ACD709FE}" dt="2026-03-17T18:31:08.733" v="178" actId="1076"/>
          <ac:picMkLst>
            <pc:docMk/>
            <pc:sldMk cId="1369537321" sldId="265"/>
            <ac:picMk id="5" creationId="{17B4F630-8512-C143-25CD-6540895722AE}"/>
          </ac:picMkLst>
        </pc:picChg>
        <pc:picChg chg="add mod modCrop">
          <ac:chgData name="ANIRBAN RAY" userId="ccde8fe0d1775308" providerId="LiveId" clId="{0178332D-D2F9-4A2F-A88E-1048ACD709FE}" dt="2026-03-17T18:31:05.658" v="176" actId="1076"/>
          <ac:picMkLst>
            <pc:docMk/>
            <pc:sldMk cId="1369537321" sldId="265"/>
            <ac:picMk id="7" creationId="{FACC0CC4-35FF-E06E-9A9D-714682B97EFE}"/>
          </ac:picMkLst>
        </pc:picChg>
        <pc:picChg chg="add del mod modCrop">
          <ac:chgData name="ANIRBAN RAY" userId="ccde8fe0d1775308" providerId="LiveId" clId="{0178332D-D2F9-4A2F-A88E-1048ACD709FE}" dt="2026-03-17T18:15:16.460" v="86" actId="478"/>
          <ac:picMkLst>
            <pc:docMk/>
            <pc:sldMk cId="1369537321" sldId="265"/>
            <ac:picMk id="9" creationId="{9ED8D097-D1B7-8496-1754-CEE19611FB40}"/>
          </ac:picMkLst>
        </pc:picChg>
        <pc:picChg chg="add mod">
          <ac:chgData name="ANIRBAN RAY" userId="ccde8fe0d1775308" providerId="LiveId" clId="{0178332D-D2F9-4A2F-A88E-1048ACD709FE}" dt="2026-03-17T18:30:57.372" v="171" actId="1076"/>
          <ac:picMkLst>
            <pc:docMk/>
            <pc:sldMk cId="1369537321" sldId="265"/>
            <ac:picMk id="11" creationId="{71C76679-61D9-8A1B-2150-248307E17DEF}"/>
          </ac:picMkLst>
        </pc:picChg>
        <pc:picChg chg="add mod">
          <ac:chgData name="ANIRBAN RAY" userId="ccde8fe0d1775308" providerId="LiveId" clId="{0178332D-D2F9-4A2F-A88E-1048ACD709FE}" dt="2026-03-17T18:30:59.073" v="172" actId="1076"/>
          <ac:picMkLst>
            <pc:docMk/>
            <pc:sldMk cId="1369537321" sldId="265"/>
            <ac:picMk id="13" creationId="{364FAC59-6EC4-FBC8-3DBF-E111ABC771E3}"/>
          </ac:picMkLst>
        </pc:picChg>
        <pc:picChg chg="add mod">
          <ac:chgData name="ANIRBAN RAY" userId="ccde8fe0d1775308" providerId="LiveId" clId="{0178332D-D2F9-4A2F-A88E-1048ACD709FE}" dt="2026-03-17T18:31:00.209" v="173" actId="1076"/>
          <ac:picMkLst>
            <pc:docMk/>
            <pc:sldMk cId="1369537321" sldId="265"/>
            <ac:picMk id="15" creationId="{910B6B03-44D7-594B-75E4-901F056E9CC4}"/>
          </ac:picMkLst>
        </pc:picChg>
      </pc:sldChg>
      <pc:sldChg chg="del">
        <pc:chgData name="ANIRBAN RAY" userId="ccde8fe0d1775308" providerId="LiveId" clId="{0178332D-D2F9-4A2F-A88E-1048ACD709FE}" dt="2026-03-17T18:30:36.294" v="170" actId="2696"/>
        <pc:sldMkLst>
          <pc:docMk/>
          <pc:sldMk cId="4230423485" sldId="266"/>
        </pc:sldMkLst>
      </pc:sldChg>
      <pc:sldChg chg="modSp add mod">
        <pc:chgData name="ANIRBAN RAY" userId="ccde8fe0d1775308" providerId="LiveId" clId="{0178332D-D2F9-4A2F-A88E-1048ACD709FE}" dt="2026-03-17T17:14:49.374" v="47" actId="1076"/>
        <pc:sldMkLst>
          <pc:docMk/>
          <pc:sldMk cId="2747850754" sldId="268"/>
        </pc:sldMkLst>
        <pc:spChg chg="mod">
          <ac:chgData name="ANIRBAN RAY" userId="ccde8fe0d1775308" providerId="LiveId" clId="{0178332D-D2F9-4A2F-A88E-1048ACD709FE}" dt="2026-03-17T17:04:06.098" v="3" actId="113"/>
          <ac:spMkLst>
            <pc:docMk/>
            <pc:sldMk cId="2747850754" sldId="268"/>
            <ac:spMk id="2" creationId="{CAE9867D-503E-057B-9F3A-8033045616A8}"/>
          </ac:spMkLst>
        </pc:spChg>
        <pc:spChg chg="mod">
          <ac:chgData name="ANIRBAN RAY" userId="ccde8fe0d1775308" providerId="LiveId" clId="{0178332D-D2F9-4A2F-A88E-1048ACD709FE}" dt="2026-03-17T17:14:49.374" v="47" actId="1076"/>
          <ac:spMkLst>
            <pc:docMk/>
            <pc:sldMk cId="2747850754" sldId="268"/>
            <ac:spMk id="3" creationId="{35347DEF-4B41-DABC-99DF-56B62038EBFC}"/>
          </ac:spMkLst>
        </pc:spChg>
      </pc:sldChg>
      <pc:sldChg chg="modSp add mod">
        <pc:chgData name="ANIRBAN RAY" userId="ccde8fe0d1775308" providerId="LiveId" clId="{0178332D-D2F9-4A2F-A88E-1048ACD709FE}" dt="2026-03-17T17:15:42.502" v="53" actId="1076"/>
        <pc:sldMkLst>
          <pc:docMk/>
          <pc:sldMk cId="4264936530" sldId="269"/>
        </pc:sldMkLst>
        <pc:spChg chg="mod">
          <ac:chgData name="ANIRBAN RAY" userId="ccde8fe0d1775308" providerId="LiveId" clId="{0178332D-D2F9-4A2F-A88E-1048ACD709FE}" dt="2026-03-17T17:05:22.219" v="7" actId="113"/>
          <ac:spMkLst>
            <pc:docMk/>
            <pc:sldMk cId="4264936530" sldId="269"/>
            <ac:spMk id="2" creationId="{3CFCD708-42B4-5C87-1FE0-2B18B7273B95}"/>
          </ac:spMkLst>
        </pc:spChg>
        <pc:spChg chg="mod">
          <ac:chgData name="ANIRBAN RAY" userId="ccde8fe0d1775308" providerId="LiveId" clId="{0178332D-D2F9-4A2F-A88E-1048ACD709FE}" dt="2026-03-17T17:15:42.502" v="53" actId="1076"/>
          <ac:spMkLst>
            <pc:docMk/>
            <pc:sldMk cId="4264936530" sldId="269"/>
            <ac:spMk id="3" creationId="{67788806-8693-2FC6-0E41-84AE1694A59E}"/>
          </ac:spMkLst>
        </pc:spChg>
      </pc:sldChg>
      <pc:sldChg chg="addSp delSp modSp new mod">
        <pc:chgData name="ANIRBAN RAY" userId="ccde8fe0d1775308" providerId="LiveId" clId="{0178332D-D2F9-4A2F-A88E-1048ACD709FE}" dt="2026-03-17T18:29:13.107" v="144" actId="14100"/>
        <pc:sldMkLst>
          <pc:docMk/>
          <pc:sldMk cId="3502952776" sldId="270"/>
        </pc:sldMkLst>
        <pc:spChg chg="mod">
          <ac:chgData name="ANIRBAN RAY" userId="ccde8fe0d1775308" providerId="LiveId" clId="{0178332D-D2F9-4A2F-A88E-1048ACD709FE}" dt="2026-03-17T18:19:58.031" v="116" actId="1076"/>
          <ac:spMkLst>
            <pc:docMk/>
            <pc:sldMk cId="3502952776" sldId="270"/>
            <ac:spMk id="2" creationId="{18CAC262-3D4D-6EF7-BE87-E7A367667BBA}"/>
          </ac:spMkLst>
        </pc:spChg>
        <pc:spChg chg="del">
          <ac:chgData name="ANIRBAN RAY" userId="ccde8fe0d1775308" providerId="LiveId" clId="{0178332D-D2F9-4A2F-A88E-1048ACD709FE}" dt="2026-03-17T18:28:50.196" v="133" actId="22"/>
          <ac:spMkLst>
            <pc:docMk/>
            <pc:sldMk cId="3502952776" sldId="270"/>
            <ac:spMk id="3" creationId="{9251CD4C-D162-5F97-C5A4-EB4B5BAA37C0}"/>
          </ac:spMkLst>
        </pc:spChg>
        <pc:picChg chg="add mod">
          <ac:chgData name="ANIRBAN RAY" userId="ccde8fe0d1775308" providerId="LiveId" clId="{0178332D-D2F9-4A2F-A88E-1048ACD709FE}" dt="2026-03-17T18:29:01.328" v="139" actId="1076"/>
          <ac:picMkLst>
            <pc:docMk/>
            <pc:sldMk cId="3502952776" sldId="270"/>
            <ac:picMk id="5" creationId="{EA1A8A7A-CEBD-8B00-0A57-EEB4301A2F1D}"/>
          </ac:picMkLst>
        </pc:picChg>
        <pc:picChg chg="add mod">
          <ac:chgData name="ANIRBAN RAY" userId="ccde8fe0d1775308" providerId="LiveId" clId="{0178332D-D2F9-4A2F-A88E-1048ACD709FE}" dt="2026-03-17T18:27:07.522" v="131" actId="1076"/>
          <ac:picMkLst>
            <pc:docMk/>
            <pc:sldMk cId="3502952776" sldId="270"/>
            <ac:picMk id="7" creationId="{44291571-A9D2-2C91-C3CB-4CCBF6E4C3B2}"/>
          </ac:picMkLst>
        </pc:picChg>
        <pc:picChg chg="add mod">
          <ac:chgData name="ANIRBAN RAY" userId="ccde8fe0d1775308" providerId="LiveId" clId="{0178332D-D2F9-4A2F-A88E-1048ACD709FE}" dt="2026-03-17T18:29:02.834" v="140" actId="1076"/>
          <ac:picMkLst>
            <pc:docMk/>
            <pc:sldMk cId="3502952776" sldId="270"/>
            <ac:picMk id="9" creationId="{109E7093-AC15-F97B-ECE7-E4F5A6D17E8D}"/>
          </ac:picMkLst>
        </pc:picChg>
        <pc:picChg chg="add mod">
          <ac:chgData name="ANIRBAN RAY" userId="ccde8fe0d1775308" providerId="LiveId" clId="{0178332D-D2F9-4A2F-A88E-1048ACD709FE}" dt="2026-03-17T18:29:10.638" v="143" actId="1076"/>
          <ac:picMkLst>
            <pc:docMk/>
            <pc:sldMk cId="3502952776" sldId="270"/>
            <ac:picMk id="11" creationId="{856C4A2B-8FA2-1A44-4F2D-28067B1C5ED4}"/>
          </ac:picMkLst>
        </pc:picChg>
        <pc:picChg chg="add mod ord">
          <ac:chgData name="ANIRBAN RAY" userId="ccde8fe0d1775308" providerId="LiveId" clId="{0178332D-D2F9-4A2F-A88E-1048ACD709FE}" dt="2026-03-17T18:29:13.107" v="144" actId="14100"/>
          <ac:picMkLst>
            <pc:docMk/>
            <pc:sldMk cId="3502952776" sldId="270"/>
            <ac:picMk id="13" creationId="{11F2F855-BCAC-0AD8-1CC2-8370926EBF36}"/>
          </ac:picMkLst>
        </pc:picChg>
      </pc:sldChg>
      <pc:sldChg chg="addSp delSp modSp add mod">
        <pc:chgData name="ANIRBAN RAY" userId="ccde8fe0d1775308" providerId="LiveId" clId="{0178332D-D2F9-4A2F-A88E-1048ACD709FE}" dt="2026-03-17T18:49:59.088" v="357" actId="313"/>
        <pc:sldMkLst>
          <pc:docMk/>
          <pc:sldMk cId="3585724319" sldId="271"/>
        </pc:sldMkLst>
        <pc:spChg chg="mod">
          <ac:chgData name="ANIRBAN RAY" userId="ccde8fe0d1775308" providerId="LiveId" clId="{0178332D-D2F9-4A2F-A88E-1048ACD709FE}" dt="2026-03-17T18:45:36.190" v="259" actId="20577"/>
          <ac:spMkLst>
            <pc:docMk/>
            <pc:sldMk cId="3585724319" sldId="271"/>
            <ac:spMk id="2" creationId="{08902F68-BBB4-8461-0D2A-D0067C0B9E96}"/>
          </ac:spMkLst>
        </pc:spChg>
        <pc:spChg chg="add mod">
          <ac:chgData name="ANIRBAN RAY" userId="ccde8fe0d1775308" providerId="LiveId" clId="{0178332D-D2F9-4A2F-A88E-1048ACD709FE}" dt="2026-03-17T18:49:50.209" v="355" actId="2711"/>
          <ac:spMkLst>
            <pc:docMk/>
            <pc:sldMk cId="3585724319" sldId="271"/>
            <ac:spMk id="3" creationId="{B6023F98-C589-BE75-7032-E8E627FE862B}"/>
          </ac:spMkLst>
        </pc:spChg>
        <pc:spChg chg="mod">
          <ac:chgData name="ANIRBAN RAY" userId="ccde8fe0d1775308" providerId="LiveId" clId="{0178332D-D2F9-4A2F-A88E-1048ACD709FE}" dt="2026-03-17T18:49:59.088" v="357" actId="313"/>
          <ac:spMkLst>
            <pc:docMk/>
            <pc:sldMk cId="3585724319" sldId="271"/>
            <ac:spMk id="11" creationId="{375175CE-BD05-0CA7-E973-956BB8070522}"/>
          </ac:spMkLst>
        </pc:spChg>
        <pc:picChg chg="del">
          <ac:chgData name="ANIRBAN RAY" userId="ccde8fe0d1775308" providerId="LiveId" clId="{0178332D-D2F9-4A2F-A88E-1048ACD709FE}" dt="2026-03-17T18:45:13.081" v="226" actId="478"/>
          <ac:picMkLst>
            <pc:docMk/>
            <pc:sldMk cId="3585724319" sldId="271"/>
            <ac:picMk id="9" creationId="{01EF315F-E676-945C-4747-1C7A531F040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12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50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371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14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242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61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52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84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87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1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130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030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313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699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313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713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03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5F15682-0DA8-43BC-A424-23ED408AF5CB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0E2FFC-F5C9-4E1A-9BDF-22F11D1168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88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8C415-9B6C-77A2-A06D-A0A5A7D00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253" y="200197"/>
            <a:ext cx="8574622" cy="26161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AI for Instant Business Intelligence Dashboards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20DBA-FE6B-E7D4-D6FA-C82A60ED6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8490" y="2924552"/>
            <a:ext cx="4257368" cy="1696610"/>
          </a:xfrm>
        </p:spPr>
        <p:txBody>
          <a:bodyPr>
            <a:normAutofit lnSpcReduction="10000"/>
          </a:bodyPr>
          <a:lstStyle/>
          <a:p>
            <a:pPr algn="l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By:-</a:t>
            </a:r>
          </a:p>
          <a:p>
            <a:pPr algn="l"/>
            <a:r>
              <a:rPr lang="en-IN" err="1">
                <a:latin typeface="Arial Black" panose="020B0A04020102020204" pitchFamily="34" charset="0"/>
                <a:cs typeface="Times New Roman" panose="02020603050405020304" pitchFamily="18" charset="0"/>
              </a:rPr>
              <a:t>TechCyber</a:t>
            </a:r>
            <a:endParaRPr lang="en-IN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Anirban Ray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IN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Anusmita Ray Chaudhuri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E5B758-D6C7-A6B9-9040-E3C5F9044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5" y="4878658"/>
            <a:ext cx="2568980" cy="7957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3E8A85-BF55-4E12-AD32-44315C5AC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236" y="5674360"/>
            <a:ext cx="2023357" cy="7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9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E2A14-8A13-E787-F244-D173C47D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047" y="250723"/>
            <a:ext cx="4759173" cy="1084006"/>
          </a:xfrm>
        </p:spPr>
        <p:txBody>
          <a:bodyPr/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B0DC-62FB-8F3D-6F5D-B2EB4D367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515" y="1551039"/>
            <a:ext cx="9831899" cy="4188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 modern organizations, accessing data-driven insights is still a challenge: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Non-technical users cannot write SQL queries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BI tools are powerful but difficult to navigate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Data teams are overloaded with repetitive reporting requests  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bottleneck where: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Simple insights take hours or days to generate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Decision-making becomes slow and reactive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Business agility is significantly impacted 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12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0548C-577F-ECF1-2833-FC3ABC1D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3F84-37AE-B97B-2FCD-34DB96B6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047" y="250723"/>
            <a:ext cx="4759173" cy="1084006"/>
          </a:xfrm>
        </p:spPr>
        <p:txBody>
          <a:bodyPr/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8D7E4-2D34-E1AF-F220-0F3184E44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683" y="1551039"/>
            <a:ext cx="9831899" cy="41885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intelligent analytics system that: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the need for SQL by understanding natural language queries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Instantly fetches precise data from underlying databases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Dynamically creates interactive dashboards with minimal user effort  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Transform complex data analysis into a simple, conversational experience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05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BE35E-8342-6E4C-295E-7E576A89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54AF-43C6-B68C-E762-D0A40C14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047" y="250723"/>
            <a:ext cx="4759173" cy="1084006"/>
          </a:xfrm>
        </p:spPr>
        <p:txBody>
          <a:bodyPr/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Target User (CXO)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53AE2-5D69-391E-F354-AB53B9609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683" y="1551039"/>
            <a:ext cx="9831899" cy="41885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Target User: Business Executives (CXOs)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Need real-time insights to drive strategic decisions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Cannot interact directly with databases or write SQL queries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Face delays due to dependency on data analysts  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Pain Point: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instant insights slows down business agility  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Enable seamless, self-service analytics through conversational AI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15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75779-4446-0C30-925B-BC3FD0E5E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5D8E-D0B7-1638-7EAF-70342A869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59" y="165654"/>
            <a:ext cx="4759173" cy="1084006"/>
          </a:xfrm>
        </p:spPr>
        <p:txBody>
          <a:bodyPr/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A8E9FF-2FB5-D3E5-F683-E693E5B4E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822" y="1452613"/>
            <a:ext cx="7777821" cy="5083543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54A99A4-7A9C-1E63-E17D-427D24F84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666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348F-1AF5-6969-83B0-B3D55978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2F68-BBB4-8461-0D2A-D0067C0B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59" y="165654"/>
            <a:ext cx="4759173" cy="1084006"/>
          </a:xfrm>
        </p:spPr>
        <p:txBody>
          <a:bodyPr/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Tech Stacks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75175CE-BD05-0CA7-E973-956BB8070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596" y="1330959"/>
            <a:ext cx="5123098" cy="505968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🎨 Frontend (User Interface Layer)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React (Vite)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Fast, component-based UI development with optimized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Modern styling with glass morphism, gradients, and responsive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and dynamic data visualization (bar, line, pie charts)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Framer Motion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Smooth animations and transitions for better user experience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Lucide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React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Clean and modern icon library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Handles API requests between frontend and backend</a:t>
            </a: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B6023F98-C589-BE75-7032-E8E627FE862B}"/>
              </a:ext>
            </a:extLst>
          </p:cNvPr>
          <p:cNvSpPr txBox="1">
            <a:spLocks/>
          </p:cNvSpPr>
          <p:nvPr/>
        </p:nvSpPr>
        <p:spPr>
          <a:xfrm>
            <a:off x="6918960" y="1330959"/>
            <a:ext cx="4835210" cy="4470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⚙️ Backend (Processing &amp; Logic Layer)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Node.js + Express.js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server handling API requests and business logic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sql.js (</a:t>
            </a: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SQLite)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In-memory database for ultra-fast query execution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AI Studio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Converts natural language → SQL queries and generates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Multer + CSV Parser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Handles file uploads and converts CSV → database schema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Server-Sent Events (SSE)</a:t>
            </a:r>
            <a:b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updates from backend to frontend</a:t>
            </a:r>
          </a:p>
        </p:txBody>
      </p:sp>
    </p:spTree>
    <p:extLst>
      <p:ext uri="{BB962C8B-B14F-4D97-AF65-F5344CB8AC3E}">
        <p14:creationId xmlns:p14="http://schemas.microsoft.com/office/powerpoint/2010/main" val="3585724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9881-F0C8-D616-B52F-BA687512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42DC-F6C1-C25D-C653-A76F83567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9982" y="0"/>
            <a:ext cx="4759173" cy="1084006"/>
          </a:xfrm>
        </p:spPr>
        <p:txBody>
          <a:bodyPr/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466D4C-B505-CF63-EEFC-D6783BE74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8531" y="1048572"/>
            <a:ext cx="4696837" cy="24989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D2EC42-800B-01FC-9944-B701F5061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283" y="1075928"/>
            <a:ext cx="4659112" cy="24715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858958-2573-08C3-3F20-7814AC6E0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838" y="3892796"/>
            <a:ext cx="5167112" cy="275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83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0DA5F-7C41-1A22-5A43-13F1741CA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A3E9-825D-5790-88F7-AFF687F83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047" y="250723"/>
            <a:ext cx="4759173" cy="1084006"/>
          </a:xfrm>
        </p:spPr>
        <p:txBody>
          <a:bodyPr>
            <a:normAutofit/>
          </a:bodyPr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A3496-56B7-CE82-3EF8-14D2F75D7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497" y="875071"/>
            <a:ext cx="10510684" cy="57322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Conversational Query Interface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interact with data using simple, natural language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AI-Driven SQL Generation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Eliminates the need for manual querying by automatically generating optimized SQL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Visualization Engine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most relevant chart type (bar, line, pie) based on data patterns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Real-Time Interactive Dashboards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dynamic and responsive visualizations for better decision-making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Data-Agnostic Design (CSV Upload)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Supports custom datasets, making the system flexible and scalable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Context-Aware Query History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refine and build upon previous queries for deeper insights 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985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028B-E673-415E-B1A4-C415637F1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6BC8-2A3B-4CDD-4D11-EFFF5631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195" y="162233"/>
            <a:ext cx="5162295" cy="1084006"/>
          </a:xfrm>
        </p:spPr>
        <p:txBody>
          <a:bodyPr>
            <a:normAutofit fontScale="90000"/>
          </a:bodyPr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Accuracy &amp;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D387F-2D85-F65B-32F7-ABF1D6F22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7134" y="1354393"/>
            <a:ext cx="9831899" cy="5125064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Schema-Aware AI Understanding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guided by the dataset schema to reduce incorrect query generation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Pre-Execution SQL Validation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Queries are verified before execution to avoid runtime failures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Visualization Logic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selects the most appropriate chart type based on data patterns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Graceful Error Handling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Detects invalid or unclear queries and responds with helpful suggestions instead of failing  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Delivers trustworthy insights with high accuracy and minimal errors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599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33C08-8204-258E-335E-A12C27F4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8C24-9644-EE05-8320-A9D25E605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195" y="162233"/>
            <a:ext cx="5815485" cy="1084006"/>
          </a:xfrm>
        </p:spPr>
        <p:txBody>
          <a:bodyPr>
            <a:normAutofit fontScale="90000"/>
          </a:bodyPr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UI / UX with Demo Queries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B4F630-8512-C143-25CD-654089572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62" y="1109269"/>
            <a:ext cx="4660695" cy="2111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CC0CC4-35FF-E06E-9A9D-714682B97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" t="-138" r="-37"/>
          <a:stretch>
            <a:fillRect/>
          </a:stretch>
        </p:blipFill>
        <p:spPr>
          <a:xfrm>
            <a:off x="5799359" y="1109269"/>
            <a:ext cx="6237920" cy="28226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C76679-61D9-8A1B-2150-248307E17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66" y="3413002"/>
            <a:ext cx="3494969" cy="24499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4FAC59-6EC4-FBC8-3DBF-E111ABC77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875" y="4168180"/>
            <a:ext cx="3494969" cy="24469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0B6B03-44D7-594B-75E4-901F056E9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5767" y="4152182"/>
            <a:ext cx="3419054" cy="246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37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C262-3D4D-6EF7-BE87-E7A367667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31801"/>
            <a:ext cx="4205289" cy="452120"/>
          </a:xfrm>
        </p:spPr>
        <p:txBody>
          <a:bodyPr>
            <a:normAutofit fontScale="90000"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More UI/UX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1F2F855-BCAC-0AD8-1CC2-8370926EB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1407" y="4429760"/>
            <a:ext cx="3224682" cy="2215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1A8A7A-CEBD-8B00-0A57-EEB4301A2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557" y="1074082"/>
            <a:ext cx="3636787" cy="2664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291571-A9D2-2C91-C3CB-4CCBF6E4C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788" y="402290"/>
            <a:ext cx="6055300" cy="3461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9E7093-AC15-F97B-ECE7-E4F5A6D17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77" y="3885190"/>
            <a:ext cx="3448859" cy="17687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6C4A2B-8FA2-1A44-4F2D-28067B1C5E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4174" y="4158763"/>
            <a:ext cx="4783651" cy="192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952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8BCC-401E-4AF6-119D-2D5370000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4603-A152-D7AF-86B2-260F2051B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195" y="162233"/>
            <a:ext cx="5162295" cy="1084006"/>
          </a:xfrm>
        </p:spPr>
        <p:txBody>
          <a:bodyPr>
            <a:normAutofit/>
          </a:bodyPr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6162B-D1A8-1E85-52AC-EF48F3A97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7134" y="1354393"/>
            <a:ext cx="9831899" cy="51250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AI-Driven Analytics Engine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Transforms business questions into insights using advanced language models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Zero-Code Data Interaction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Removes the need for SQL or technical expertise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Instant Insight Generation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Delivers real-time dashboards without manual configuration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Flexible &amp; Scalable Design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Works with any dataset through dynamic CSV ingestion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Conversational Intelligence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Supports follow-up queries, enabling deeper and more intuitive data exploration </a:t>
            </a:r>
          </a:p>
        </p:txBody>
      </p:sp>
    </p:spTree>
    <p:extLst>
      <p:ext uri="{BB962C8B-B14F-4D97-AF65-F5344CB8AC3E}">
        <p14:creationId xmlns:p14="http://schemas.microsoft.com/office/powerpoint/2010/main" val="713981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B058-D611-DD28-53D5-D1FBD0695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9867D-503E-057B-9F3A-803304561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195" y="162233"/>
            <a:ext cx="5162295" cy="1084006"/>
          </a:xfrm>
        </p:spPr>
        <p:txBody>
          <a:bodyPr>
            <a:normAutofit/>
          </a:bodyPr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47DEF-4B41-DABC-99DF-56B62038E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985" y="1246239"/>
            <a:ext cx="9831899" cy="53290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Conversational Drill-Down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Support dynamic follow-up queries for deeper and more contextual data exploration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Rich Multi-Visualization Dashboards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Display multiple charts simultaneously for holistic insights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Voice-Enabled Analytics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Introduce speech-based interaction for a seamless user experience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Real-Time Data Integration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live enterprise databases and APIs for up-to-date insights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AI-Generated Insights &amp; Predictions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Deliver automated explanations, trends, and future forecasts using advanced AI models 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850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77E12-4428-5550-8C0B-5D6D71A38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D708-42B4-5C87-1FE0-2B18B727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195" y="162233"/>
            <a:ext cx="5162295" cy="1084006"/>
          </a:xfrm>
        </p:spPr>
        <p:txBody>
          <a:bodyPr>
            <a:normAutofit/>
          </a:bodyPr>
          <a:lstStyle/>
          <a:p>
            <a:pPr algn="l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88806-8693-2FC6-0E41-84AE1694A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308" y="1246239"/>
            <a:ext cx="9831899" cy="356910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Bridging the gap between business users and complex data systems  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Converting simple questions into meaningful insights using AI  </a:t>
            </a: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Enabling real-time, intelligent decision-making through automated dashboards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936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0</TotalTime>
  <Words>697</Words>
  <Application>Microsoft Office PowerPoint</Application>
  <PresentationFormat>Widescreen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Corbel</vt:lpstr>
      <vt:lpstr>Courier New</vt:lpstr>
      <vt:lpstr>Times New Roman</vt:lpstr>
      <vt:lpstr>Wingdings</vt:lpstr>
      <vt:lpstr>Parallax</vt:lpstr>
      <vt:lpstr>Conversational AI for Instant Business Intelligence Dashboards</vt:lpstr>
      <vt:lpstr>Problem Statement</vt:lpstr>
      <vt:lpstr>Objective</vt:lpstr>
      <vt:lpstr>Target User (CXO)</vt:lpstr>
      <vt:lpstr>System Overview</vt:lpstr>
      <vt:lpstr>Tech Stacks</vt:lpstr>
      <vt:lpstr>Architecture</vt:lpstr>
      <vt:lpstr>Key Features</vt:lpstr>
      <vt:lpstr>Accuracy &amp; Intelligence</vt:lpstr>
      <vt:lpstr>UI / UX with Demo Queries</vt:lpstr>
      <vt:lpstr>More UI/UX</vt:lpstr>
      <vt:lpstr>Innovation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ANIRBAN RAY</dc:creator>
  <cp:lastModifiedBy>ANIRBAN RAY</cp:lastModifiedBy>
  <cp:revision>1</cp:revision>
  <dcterms:created xsi:type="dcterms:W3CDTF">2026-03-17T13:56:43Z</dcterms:created>
  <dcterms:modified xsi:type="dcterms:W3CDTF">2026-03-18T12:02:11Z</dcterms:modified>
</cp:coreProperties>
</file>